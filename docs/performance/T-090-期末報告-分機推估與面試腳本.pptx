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3A40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13232" cy="7132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T-090 效能戰役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41248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期末報告＋面試腳本（含分機推估情境）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1248" y="411480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9136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 單機容量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07408" y="411480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9136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575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tx/s DB 天花板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73568" y="411480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39136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帳務違規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" y="47091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分機壓測尚未實跑，本文推估段落一律標【推估】，不可講成實測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資料來源：PR #86～#265 實測紀錄、docs/performance/*（2026-07-24）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RULES・使用須知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誠信紅線：實測 vs 推估，不可混講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T-090 效能戰役｜期末報告＋面試腳本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標記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可否當「實測」講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實測（co-located，同機自壓）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無標記／「實測」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可，但要附「同機、絕對值為悲觀下界」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推估（分機情境）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全部標【推估】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不可，只能講「我推估…，推導如下」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776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5F9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77640"/>
            <a:ext cx="100584" cy="141732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11480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為什麼是紅線　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把推估講成實測、被追問細節時穿幫 ＝ 誠信崩盤，比數字小一百倍嚴重。分機尚未實跑（單機環境所限），本文推估是情境規劃（scenario planning）——前提是誠實標示。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特別警告：不要宣稱「支援 10 萬人在線」——單副本、單機、7 服務共擠 12 核，架構上無水平擴展（見 §6 SPOF）。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TIMELINE・戰役故事線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過去遇到什麼問題 → 做了什麼改變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T-090 效能戰役｜期末報告＋面試腳本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566160"/>
                <a:gridCol w="2834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遇到的問題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做的改變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實測結果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第一幕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併發失敗率 89.3%，gateway 反覆熔斷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補 timelimiter.timeout-duration: 6s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併發 5xx 78%→0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第二幕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debit 96→547ms 劣化、401 雪崩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風控移出熱路徑；C1 在途上限 200；C2 Redis backoff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併發成功 +126%，spin 5.21s→2.65s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第三幕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 劣化真因？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JFR 剖析：排除連線池／表膨脹，定位 DB 交易容量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單機 Postgres ≈550–600 tx/s＝真天花板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第四幕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固定上限 200 是拍腦袋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 AIMD 自適應在途上限（同 TCP 壅塞控制）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併發 P99 −48%，1,000 併發成功 +430%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第二輪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07-17~18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AIMD 與 CB 互踩、卸載污染統計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CB 時間窗；E2 AIMD 排除卸載樣本；B2 debit 4→2 往返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P99 −21.7%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量測基建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舊 harness 會靜默出假數據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P0~P6：open-model／暖機／CPU 隔離／三道守衛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數據可信度補齊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新環境重跑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驗證瓶頸複驗＋堆衛生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co-located 25~300 併發階梯重跑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併發首次零卸載撐住，對帳 9/9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503920" y="365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每一輪帳務不變量都是 0 違規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DATA・實測錨點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真數據，可直接講（co-located 同機自壓）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T-090 效能戰役｜期末報告＋面試腳本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91640"/>
            <a:ext cx="260604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562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併發乾淨扛住膝點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卸載，P99 ~1.7s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916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3456432" y="1691640"/>
            <a:ext cx="260604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8562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56432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 全鏈路容量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56432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gateway/JWT/風控/扣款/派彩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64224" y="16916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364224" y="1691640"/>
            <a:ext cx="260604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364224" y="18562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575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364224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tx/s DB 交易容量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64224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 定位，真天花板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72016" y="16916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9272016" y="1691640"/>
            <a:ext cx="260604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9272016" y="185623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272016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帳務違規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72016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overdraw／冪等／對帳皆 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最新一輪實測階梯（PR #265，2026-07-24）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6424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併發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吞吐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卸載率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JMeter 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1,731ms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1,488ms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35%（打折）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co-located 污染證據：JMeter 自身吃 24–35% CPU；knee 正好落在 JMeter CPU 破 25% 之處。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【推估】・分機壓測情境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推導方法（面試被追問就講這段）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T-090 效能戰役｜期末報告＋面試腳本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3A232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本節全部是推估，尚未實跑。標題、表格、講稿都必須帶「推估」二字。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3134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分機做的事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228600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JMeter 移出 SUT，還給服務原本被偷走的 ~25–35% CPU。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2278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SUT 仍是一台筆電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320040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個 JVM＋PostgreSQL＋MySQL＋Kafka 還是共擠 12 核 —— 分機不會讓容量跳數量級。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41422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真天花板是 DB，不是 app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240" y="411480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 實測單機 Postgres debit ≈550–600 tx/s；每 spin ≈1.3 次帳務寫入 → 寫入預算÷1.3 ≈ ~440 spins/s 理論上界。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50566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06240" y="502920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分機推估乾淨吞吐 ≈350–450 spins/s，膝點併發推估 ~250–350。這是有實測錨點夾出來的區間，不是憑空喊的。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【推估】・分機容量階梯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假設：分機施壓、SUT 仍為同一台 12 核筆電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T-090 效能戰役｜期末報告＋面試腳本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011680"/>
                <a:gridCol w="201168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併發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【推估】吞吐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【推估】P99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【推估】卸載率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遠低於容量，延遲≈實測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施壓機 CPU 還給 SUT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~380/s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接近 app/DB 交界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~430/s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~1,100ms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逼近 DB 寫入上界，AIMD 輕微卸載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~440/s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~1,400ms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膝點後：吞吐持平於 DB 天花板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~440/s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~1,600ms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吞吐飽和不再上升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5F9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349240"/>
            <a:ext cx="100584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這張圖的價值：吞吐在 ~440/s 持平封頂、超額全變卸載 —— 這條「水平線」就是單機 DB 天花板的視覺化證據。再調 app 旋鈕都頂不破這條線，要破只能動 DB 拓樸。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DELIVERED・最終版狀態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已落地並驗證 vs 已知邊界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T-090 效能戰役｜期末報告＋面試腳本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已落地並驗證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84832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8424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全鏈路壓測框架：open-model 階梯、暖機、CPU 隔離、三道守衛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468880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368296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入口保護：gateway AIMD 自適應在途上限，全路徑納管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2852928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75234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熱路徑優化：風控移出熱路徑、debit 往返 4→2、HikariCP 上調、outbox 平行 ack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236976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36392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可觀測性：七服務 Prometheus 指標、Tomcat mbean、Grafana 儀表板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621024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2044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設定衛生：-Xmx1g ＋ mem_limit 1280m 防 JVM 堆超賣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4005072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90448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帳務正確性：T-091 九項 SQL 對帳，全部輪次 0 違規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4389120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88536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瓶頸歸因：六個常見調校方向實測逐一否證，真瓶頸定位到 co-located CPU／單機 DB 交易容量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8371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已知邊界（誠實講）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4360" y="5321808"/>
            <a:ext cx="118872" cy="118872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22122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單機全鏈路 ~200 req/s（實測，co-located）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4360" y="5687568"/>
            <a:ext cx="118872" cy="118872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58698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單機 Postgres debit ~550–600 tx/s（JFR，真天花板）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" y="6053328"/>
            <a:ext cx="118872" cy="118872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95274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分機真實容量尚未實測（§3 為推估）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【推估／情境】・併發 → 在線人數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換算情境，不是實測人數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T-090 效能戰役｜期末報告＋面試腳本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併發</a:t>
            </a:r>
            <a:pPr indent="0" marL="0">
              <a:buNone/>
            </a:pPr>
            <a:r>
              <a:rPr lang="en-US" sz="135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＝同一瞬間在途的請求數；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在線人數</a:t>
            </a:r>
            <a:pPr indent="0" marL="0">
              <a:buNone/>
            </a:pPr>
            <a:r>
              <a:rPr lang="en-US" sz="135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＝掛著的玩家（大部分時間在看牌/選注/發呆）。兩者差很多。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5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77440"/>
            <a:ext cx="539496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786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實測膝點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併發  ÷ 2% 佔用率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2461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7,500 名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68680" y="3886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「這種節奏」的在線玩家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2377440"/>
            <a:ext cx="539496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5786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分機推估膝點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併發  ÷ 2% 佔用率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32461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1.5 萬名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537960" y="3886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在線玩家（推估）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3273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09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換算假設：一個玩家平均每 5 秒 spin 一次、一次 spin 佔用伺服器 ~0.1 秒 → 單一玩家只佔請求槽 2% 時間。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51663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8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絕不要說：「我的系統支援 X 萬人在線」（把推估講成事實）。真要拍板得用真實玩家行為數據跑一次。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ROADMAP・還能怎麼加 RPS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順序＝先驗證再動手、先低風險再動地基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T-090 效能戰役｜期末報告＋面試腳本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480560"/>
                <a:gridCol w="402336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優先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解什麼瓶頸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風險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分機重測（JMeter 移出 SUT）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拿掉施壓機 CPU 污染，驗證 §3 推估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多副本＋解 outbox 互斥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單一 reactive 實例＝SPOF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前端優雅接 429（backoff＋UI）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高卸載時的體驗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垂直擴容／讀寫分離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單機 Postgres 550–600 tx/s 天花板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熱路徑非同步化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game→wallet 同步耦合 ~130ms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帳務層批次合併寫入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交易數本身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高（動帳務地基）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熱點帳戶分片／分庫分表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單庫寫入熱點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高（架構級改動）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核心原則：每一步都先量測再動手，不跳步。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Q&amp;A・面試逐題腳本精華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練到反射：核心一句話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T-090 效能戰役｜期末報告＋面試腳本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91640"/>
            <a:ext cx="100584" cy="1874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74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Q：怎麼做效能測試？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240487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A：JMeter open-model 全鏈路壓，跑容量階梯而非單點，gate 拆效能與帳務兩組分判。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4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691640"/>
            <a:ext cx="100584" cy="1874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874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Q：P99 沒過 gate，算成功嗎？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37960" y="240487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A：算。拿到真實邊界＋過載安全卸載不壞帳，這結論本身就是最值錢的產出。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4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840480"/>
            <a:ext cx="100584" cy="1874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23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Q：分機會快多少？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55371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A：我推估約 350–450/s、在線約 1.5 萬。但這是推估，分機還沒實跑，所以 P0 就是分機重測。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4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3840480"/>
            <a:ext cx="100584" cy="1874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023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Q：高併發下帳會不會算錯？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37960" y="455371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A：效能 gate FAIL 過很多輪，帳務 gate 一輪都沒 FAIL —— 正確性和效能解耦。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CHECK・事實速查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別背錯：實測 vs 推估一覽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T-090 效能戰役｜期末報告＋面試腳本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411480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數字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單機全鏈路容量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req/s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單機 Postgres debit 容量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550–600 tx/s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實測（JFR）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TimeLimiter 修正（150 併發 5xx）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 →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C3+B1 重跑（150 併發 P99）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2,753 → 1,423ms（−48%）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 debit DB 往返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→ 2（150 P99 −21.7%）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最新輪（150 併發）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219/s、P99 1,731ms、0 卸載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實測（#265）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帳務違規（全輪次）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overdraw 0／冪等 0／對帳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分機乾淨吞吐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~350–450 spins/s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【推估】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分機在線人數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 萬（假設 5s/注）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【推估／情境】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本文推估部分為情境規劃，分機壓測尚未實跑；正式引用前須依 §6 P0 分機重測取得實測值。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Lucky Star Casino</dc:creator>
  <cp:lastModifiedBy>Lucky Star Casino</cp:lastModifiedBy>
  <cp:revision>1</cp:revision>
  <dcterms:created xsi:type="dcterms:W3CDTF">2026-07-24T07:42:38Z</dcterms:created>
  <dcterms:modified xsi:type="dcterms:W3CDTF">2026-07-24T07:42:38Z</dcterms:modified>
</cp:coreProperties>
</file>