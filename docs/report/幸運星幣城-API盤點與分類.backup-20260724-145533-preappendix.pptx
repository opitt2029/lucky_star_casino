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13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3A40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13232" cy="7132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8132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盤點與分類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41248" y="33101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REST API 全面盤點・依存取層級／服務／業務功能三種切法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1248" y="448056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2793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 Controller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07408" y="448056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42793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 REST 端點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73568" y="448056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42793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個微服務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資料來源：backend/*/controller 之 @RequestMapping 靜態盤點（2026-07-24）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OVERVIEW・一頁總覽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個 REST 端點，橫跨 7 個微服務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幸運星幣城｜API 盤點與分類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65960"/>
            <a:ext cx="260604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45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48640" y="29900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端點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3558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級 @Mapping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56432" y="1965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3456432" y="1965960"/>
            <a:ext cx="260604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21945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3456432" y="29900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56432" y="33558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分佈於 5 個服務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64224" y="1965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364224" y="1965960"/>
            <a:ext cx="260604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6364224" y="21945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6364224" y="29900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64224" y="33558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為反向代理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72016" y="1965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9272016" y="1965960"/>
            <a:ext cx="260604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9272016" y="21945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9272016" y="29900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分類切法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72016" y="33558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層級／服務／功能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同一份端點，用三種視角盤點：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4617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依存取層級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誰能呼叫 → 玩家端 / 後台 / 內部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251960" y="470916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4507992" y="4617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依服務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落在哪個微服務 → member / wallet / game …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955280" y="470916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8211312" y="4617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依業務功能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解決什麼問題 → 帳務 / 遊戲 / 社交 …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切法一・依存取層級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誰能呼叫？三層權限、三套邊界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幸運星幣城｜API 盤點與分類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874520"/>
            <a:ext cx="3566160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6712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  </a:t>
            </a:r>
            <a:pPr indent="0" marL="0">
              <a:buNone/>
            </a:pPr>
            <a:r>
              <a:rPr lang="en-US" sz="1300" dirty="0">
                <a:solidFill>
                  <a:srgbClr val="4A4E68"/>
                </a:solidFill>
              </a:rPr>
              <a:t>個端點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玩家端 API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331927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/api/v1/**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721608"/>
            <a:ext cx="3017520" cy="0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1304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 JWT 經 gateway；前端 frontend/ 使用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　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認證・錢包・遊戲・社交・排行・簽到・商城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07408" y="187452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4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4407408" y="1874520"/>
            <a:ext cx="3566160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4681728" y="216712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 </a:t>
            </a:r>
            <a:pPr indent="0" marL="0">
              <a:buNone/>
            </a:pPr>
            <a:r>
              <a:rPr lang="en-US" sz="1300" dirty="0">
                <a:solidFill>
                  <a:srgbClr val="4A4E68"/>
                </a:solidFill>
              </a:rPr>
              <a:t>個端點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681728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 API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681728" y="331927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/admin/**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81728" y="3721608"/>
            <a:ext cx="3017520" cy="0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81304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 ADMIN JWT；管理後台 frontend-admin/ 使用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4663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　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玩家管理・報表・告警・GM 發幣・目錄／發卡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66176" y="187452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4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8266176" y="1874520"/>
            <a:ext cx="3566160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8540496" y="216712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</a:t>
            </a:r>
            <a:pPr indent="0" marL="0">
              <a:buNone/>
            </a:pPr>
            <a:r>
              <a:rPr lang="en-US" sz="1300" dirty="0">
                <a:solidFill>
                  <a:srgbClr val="4A4E68"/>
                </a:solidFill>
              </a:rPr>
              <a:t>個端點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540496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 API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540496" y="331927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/internal/**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40496" y="3721608"/>
            <a:ext cx="3017520" cy="0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0496" y="381304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服務間呼叫，不對外；gateway 剝除後轉發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40496" y="4663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　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member↔wallet 狀態同步・扣款入帳・死信重送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後台與玩家為兩套 JWT secret，gateway 只驗玩家 token → /admin/ 須列入白名單純轉發（雷區 21）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切法二・依服務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端點落在哪個微服務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幸運星幣城｜API 盤點與分類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3840480"/>
                <a:gridCol w="4023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服務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端點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路徑前綴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主要職責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/api/v1/auth・player・friends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認證、個資、社群綁定、好友、簽到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/api/v1/wallet（含 diamond・shop・topup）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餘額、交易、贈禮、鑽石、商城、儲值、內部帳務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/api/v1/game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老虎機、百家樂、捕魚、公平性驗證、RTP、歷史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後台登入、玩家管理、報表、告警、GM、目錄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/api/v1/rank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全球排行、好友排行、每日贏分（皆為查詢）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gateway-service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為反向代理／熔斷入口（另有 1 個 /fallback 內部端點），不計入 72；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notification-service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走 WebSocket/STOMP（/ws），非 REST。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切法三・依業務功能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同一批端點，改用「解決什麼問題」歸類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幸運星幣城｜API 盤點與分類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8562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帳號與認證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225856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225856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423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登入/註冊/JWT 刷新、個資、社群綁定、停權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0449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錢包與金流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71600" y="344728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344728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6118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餘額、交易、贈禮、儲值、內部扣款入帳、死信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4233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鑽石與商城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371600" y="463600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4636008"/>
            <a:ext cx="402336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800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鑽石兌換/換幣、商城目錄/兌換、後台發卡/上架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440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71600" y="54223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遊戲玩法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371600" y="582472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29" name="Shape 27"/>
          <p:cNvSpPr/>
          <p:nvPr/>
        </p:nvSpPr>
        <p:spPr>
          <a:xfrm>
            <a:off x="1371600" y="5824728"/>
            <a:ext cx="402336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5989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老虎機、百家樂、捕魚（下注／開火／結算）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62940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629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371600" y="6611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社交好友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371600" y="701344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35" name="Shape 33"/>
          <p:cNvSpPr/>
          <p:nvPr/>
        </p:nvSpPr>
        <p:spPr>
          <a:xfrm>
            <a:off x="1371600" y="7013448"/>
            <a:ext cx="219456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6" name="Text 34"/>
          <p:cNvSpPr/>
          <p:nvPr/>
        </p:nvSpPr>
        <p:spPr>
          <a:xfrm>
            <a:off x="1371600" y="7178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好友邀請、接受/拒絕、清單、刪除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18745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995160" y="18562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排行榜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995160" y="225856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41" name="Shape 39"/>
          <p:cNvSpPr/>
          <p:nvPr/>
        </p:nvSpPr>
        <p:spPr>
          <a:xfrm>
            <a:off x="6995160" y="2258568"/>
            <a:ext cx="219456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42" name="Text 40"/>
          <p:cNvSpPr/>
          <p:nvPr/>
        </p:nvSpPr>
        <p:spPr>
          <a:xfrm>
            <a:off x="6995160" y="2423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全球／好友排行、每日贏分查詢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306324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995160" y="30449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後台營運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995160" y="344728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47" name="Shape 45"/>
          <p:cNvSpPr/>
          <p:nvPr/>
        </p:nvSpPr>
        <p:spPr>
          <a:xfrm>
            <a:off x="6995160" y="3447288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6995160" y="36118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玩家管理、流通量/RTP 報表、異常告警、GM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72200" y="425196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995160" y="4233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每日簽到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995160" y="463600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53" name="Shape 51"/>
          <p:cNvSpPr/>
          <p:nvPr/>
        </p:nvSpPr>
        <p:spPr>
          <a:xfrm>
            <a:off x="6995160" y="4636008"/>
            <a:ext cx="109728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54" name="Text 52"/>
          <p:cNvSpPr/>
          <p:nvPr/>
        </p:nvSpPr>
        <p:spPr>
          <a:xfrm>
            <a:off x="6995160" y="4800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每日簽到、簽到狀態、月度獎勵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72200" y="54406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72200" y="5440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6995160" y="54223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遊戲公平性/統計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995160" y="582472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59" name="Shape 57"/>
          <p:cNvSpPr/>
          <p:nvPr/>
        </p:nvSpPr>
        <p:spPr>
          <a:xfrm>
            <a:off x="6995160" y="5824728"/>
            <a:ext cx="109728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60" name="Text 58"/>
          <p:cNvSpPr/>
          <p:nvPr/>
        </p:nvSpPr>
        <p:spPr>
          <a:xfrm>
            <a:off x="6995160" y="5989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Fair 驗證、RTP、遊戲歷史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48640" y="61447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類合計 72，與依服務盤點一致（MECE，無重複計數）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延伸・依貢獻者盤點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誰負責哪些端點？四人分工全貌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幸運星幣城｜API 盤點與分類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3840480"/>
                <a:gridCol w="4023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貢獻者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端點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佔比 / 主要服務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主要負責範圍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ALexChang1999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alibri" pitchFamily="34" charset="0"/>
                          <a:ea typeface="Consolas" pitchFamily="34" charset="-122"/>
                          <a:cs typeface="Consolas" pitchFamily="34" charset="-120"/>
                        </a:rPr>
                        <a:t>51%　admin・game・wallet・member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認證、老虎機/捕魚/RTP、後台報表/商城/GM、儲值/內部帳務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We1Yu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alibri" pitchFamily="34" charset="0"/>
                          <a:ea typeface="Consolas" pitchFamily="34" charset="-122"/>
                          <a:cs typeface="Consolas" pitchFamily="34" charset="-120"/>
                        </a:rPr>
                        <a:t>29%　admin・game・wallet・rank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後台告警/發卡/玩家管理、百家樂/歷史、鑽石/死信、每日排行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Pitt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alibri" pitchFamily="34" charset="0"/>
                          <a:ea typeface="Consolas" pitchFamily="34" charset="-122"/>
                          <a:cs typeface="Consolas" pitchFamily="34" charset="-120"/>
                        </a:rPr>
                        <a:t>16%　member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好友社交（邀請/清單/刪除）、個資與社群綁定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alibri" pitchFamily="34" charset="0"/>
                          <a:ea typeface="Consolas" pitchFamily="34" charset="-122"/>
                          <a:cs typeface="Consolas" pitchFamily="34" charset="-120"/>
                        </a:rPr>
                        <a:t>4%　rank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全球／好友排行查詢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作者盤點含 gateway /fallback 內部端點，合計 73（較前述 REST 端點 72 多此 1 個內部端點）；Alex Chang／ALexChang1999／huang870306 三個 git 身分實為同一人，已合併計入 ALexChang1999。</a:t>
            </a:r>
            <a:pPr indent="0" marL="0">
              <a:lnSpc>
                <a:spcPct val="110000"/>
              </a:lnSpc>
              <a:buNone/>
            </a:pPr>
            <a:pPr indent="0" marL="0">
              <a:lnSpc>
                <a:spcPct val="110000"/>
              </a:lnSpc>
              <a:buNone/>
            </a:pPr>
            <a:pPr indent="0" marL="0">
              <a:lnSpc>
                <a:spcPct val="110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TAKEAWAYS・小結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72 個端點看到的設計紀律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幸運星幣城｜API 盤點與分類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20240"/>
            <a:ext cx="100584" cy="1783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214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一致的路徑規約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63347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玩家端統一 /api/v1/**、後台 /admin/**、服務間 /internal/**，看路徑即知權限邊界。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F4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920240"/>
            <a:ext cx="100584" cy="1783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1214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與帳務分離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63347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讀（balance/transactions）與寫（gift/debit/credit）分流；扣款入帳走內部 API 冪等保證。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F4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977640"/>
            <a:ext cx="100584" cy="1783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788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查詢與命令分明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469087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6 個端點全為 GET 查詢；遊戲玩法多為 POST 命令（spin/bet/shots/settle）。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F4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3977640"/>
            <a:ext cx="100584" cy="1783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1788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後台自成一套安全域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37960" y="469087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 ADMIN JWT，gateway 純轉發、由 admin-service 自身 Spring Security 授權。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Lucky Star Casino</dc:creator>
  <cp:lastModifiedBy>Lucky Star Casino</cp:lastModifiedBy>
  <cp:revision>1</cp:revision>
  <dcterms:created xsi:type="dcterms:W3CDTF">2026-07-24T06:30:59Z</dcterms:created>
  <dcterms:modified xsi:type="dcterms:W3CDTF">2026-07-24T06:30:59Z</dcterms:modified>
</cp:coreProperties>
</file>